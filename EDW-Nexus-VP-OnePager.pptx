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51371"/>
            <a:ext cx="1311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 Nexus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8600" y="499021"/>
            <a:ext cx="16302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Engineer's Command Center</a:t>
            </a:r>
            <a:endParaRPr lang="en-US" sz="825" dirty="0"/>
          </a:p>
        </p:txBody>
      </p:sp>
      <p:pic>
        <p:nvPicPr>
          <p:cNvPr id="4" name="Image 0" descr="/tmp/rasterized-gradient-18e2c8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352" y="152400"/>
            <a:ext cx="1048048" cy="59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12320" y="228600"/>
            <a:ext cx="75811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8012320" y="348555"/>
            <a:ext cx="7581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$6M+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" y="1564035"/>
            <a:ext cx="6248400" cy="514350"/>
          </a:xfrm>
          <a:prstGeom prst="roundRect">
            <a:avLst>
              <a:gd name="adj" fmla="val 14815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3850" y="1659285"/>
            <a:ext cx="6179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3850" y="1849785"/>
            <a:ext cx="6179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data engineers (in-house + 5 vendors) spend 30% of time on manual tasks. No unified alerting, inconsistent standards, knowledge silos.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28600" y="2173635"/>
            <a:ext cx="6248400" cy="653355"/>
          </a:xfrm>
          <a:prstGeom prst="roundRect">
            <a:avLst>
              <a:gd name="adj" fmla="val 11663"/>
            </a:avLst>
          </a:prstGeom>
          <a:solidFill>
            <a:srgbClr val="6366F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23850" y="2268885"/>
            <a:ext cx="6179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3850" y="2459385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Studio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3850" y="2611785"/>
            <a:ext cx="20079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optimization, auto-docs, test generation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2368600" y="2459385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Monitor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368600" y="2611785"/>
            <a:ext cx="20079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via Email/Teams/SMS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413349" y="2459385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413349" y="2611785"/>
            <a:ext cx="20079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agent, lineage, code snippets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228600" y="2922240"/>
            <a:ext cx="6248400" cy="740866"/>
          </a:xfrm>
          <a:prstGeom prst="roundRect">
            <a:avLst>
              <a:gd name="adj" fmla="val 10285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3850" y="3017490"/>
            <a:ext cx="6179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23850" y="3207990"/>
            <a:ext cx="1471613" cy="359866"/>
          </a:xfrm>
          <a:prstGeom prst="roundRect">
            <a:avLst>
              <a:gd name="adj" fmla="val 15881"/>
            </a:avLst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67427" y="3265140"/>
            <a:ext cx="13844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367427" y="3404146"/>
            <a:ext cx="13844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hrs/day saved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852612" y="3207990"/>
            <a:ext cx="1471613" cy="359866"/>
          </a:xfrm>
          <a:prstGeom prst="roundRect">
            <a:avLst>
              <a:gd name="adj" fmla="val 1588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896189" y="3265140"/>
            <a:ext cx="13844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Lead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1896189" y="3404146"/>
            <a:ext cx="13844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consistency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381375" y="3207990"/>
            <a:ext cx="1471613" cy="359866"/>
          </a:xfrm>
          <a:prstGeom prst="roundRect">
            <a:avLst>
              <a:gd name="adj" fmla="val 15881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424952" y="3265140"/>
            <a:ext cx="13844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3424952" y="3404146"/>
            <a:ext cx="13844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faster response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910138" y="3207990"/>
            <a:ext cx="1471613" cy="359866"/>
          </a:xfrm>
          <a:prstGeom prst="roundRect">
            <a:avLst>
              <a:gd name="adj" fmla="val 15881"/>
            </a:avLst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3714" y="3265140"/>
            <a:ext cx="138445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953714" y="3404146"/>
            <a:ext cx="13844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visibility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28600" y="3758357"/>
            <a:ext cx="6248400" cy="679996"/>
          </a:xfrm>
          <a:prstGeom prst="roundRect">
            <a:avLst>
              <a:gd name="adj" fmla="val 11206"/>
            </a:avLst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323850" y="3853607"/>
            <a:ext cx="61790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BREAKDOWN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23850" y="4044107"/>
            <a:ext cx="14573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saved/engineer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23850" y="4183112"/>
            <a:ext cx="1457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hrs/day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866900" y="4044107"/>
            <a:ext cx="14573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hours reclaimed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1866900" y="4183112"/>
            <a:ext cx="1457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 hrs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409950" y="4044107"/>
            <a:ext cx="14573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 equivalent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3409950" y="4183112"/>
            <a:ext cx="1457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37.5/month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53000" y="4044107"/>
            <a:ext cx="14573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4953000" y="4183112"/>
            <a:ext cx="1457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Zero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629400" y="1541413"/>
            <a:ext cx="2286000" cy="1193899"/>
          </a:xfrm>
          <a:prstGeom prst="roundRect">
            <a:avLst>
              <a:gd name="adj" fmla="val 638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724650" y="1636663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TIMELINE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6724650" y="1873746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786414" y="1899493"/>
            <a:ext cx="487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6972300" y="1846213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(10 users)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6972300" y="1966168"/>
            <a:ext cx="18848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6724650" y="215741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786414" y="2183160"/>
            <a:ext cx="487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6972300" y="2129879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Rollout (50)</a:t>
            </a:r>
            <a:endParaRPr lang="en-US" sz="675" dirty="0"/>
          </a:p>
        </p:txBody>
      </p:sp>
      <p:sp>
        <p:nvSpPr>
          <p:cNvPr id="51" name="Text 48"/>
          <p:cNvSpPr/>
          <p:nvPr/>
        </p:nvSpPr>
        <p:spPr>
          <a:xfrm>
            <a:off x="6972300" y="2249835"/>
            <a:ext cx="18848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6724650" y="2441079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786414" y="2466826"/>
            <a:ext cx="487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6972300" y="2413546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 (200+)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6972300" y="2533501"/>
            <a:ext cx="18848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6629400" y="2830562"/>
            <a:ext cx="2286000" cy="798016"/>
          </a:xfrm>
          <a:prstGeom prst="roundRect">
            <a:avLst>
              <a:gd name="adj" fmla="val 954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724650" y="2925812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REQUIRED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6724650" y="3116312"/>
            <a:ext cx="21374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</a:t>
            </a:r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675" dirty="0"/>
          </a:p>
        </p:txBody>
      </p:sp>
      <p:sp>
        <p:nvSpPr>
          <p:cNvPr id="59" name="Text 56"/>
          <p:cNvSpPr/>
          <p:nvPr/>
        </p:nvSpPr>
        <p:spPr>
          <a:xfrm>
            <a:off x="6724650" y="3264843"/>
            <a:ext cx="21374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</a:t>
            </a:r>
            <a:pPr algn="l" indent="0" marL="0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Snowflake</a:t>
            </a:r>
            <a:endParaRPr lang="en-US" sz="675" dirty="0"/>
          </a:p>
        </p:txBody>
      </p:sp>
      <p:sp>
        <p:nvSpPr>
          <p:cNvPr id="60" name="Text 57"/>
          <p:cNvSpPr/>
          <p:nvPr/>
        </p:nvSpPr>
        <p:spPr>
          <a:xfrm>
            <a:off x="6724650" y="3413373"/>
            <a:ext cx="213741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</a:t>
            </a:r>
            <a:endParaRPr lang="en-US" sz="675" dirty="0"/>
          </a:p>
        </p:txBody>
      </p:sp>
      <p:pic>
        <p:nvPicPr>
          <p:cNvPr id="61" name="Image 1" descr="/tmp/rasterized-gradient-b764c5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723829"/>
            <a:ext cx="2286000" cy="737146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6723126" y="3838129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6723126" y="4028629"/>
            <a:ext cx="20985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Pilot Program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6723126" y="4226719"/>
            <a:ext cx="20985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power users for 2 weeks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EDW Nexus - Executive One-Pager</dc:title>
  <dc:subject>PptxGenJS Presentation</dc:subject>
  <dc:creator>Enterprise Data Warehouse Team</dc:creator>
  <cp:lastModifiedBy>Enterprise Data Warehouse Team</cp:lastModifiedBy>
  <cp:revision>1</cp:revision>
  <dcterms:created xsi:type="dcterms:W3CDTF">2025-12-31T22:14:46Z</dcterms:created>
  <dcterms:modified xsi:type="dcterms:W3CDTF">2025-12-31T22:14:46Z</dcterms:modified>
</cp:coreProperties>
</file>